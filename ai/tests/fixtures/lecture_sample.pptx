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students that ribosomes are present in both cell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cristae increase surface area for the electron transport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cell is the basic unit of life.</a:t>
            </a:r>
          </a:p>
          <a:p>
            <a:r>
              <a:t>Prokaryotes lack a nucleus.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Mitochondrion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Mitochondria generate ATP.</a:t>
            </a:r>
          </a:p>
          <a:p>
            <a:r>
              <a:t>They have a double membrane.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Mitosis produces two identical daughter cells.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Prokaryote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Nucleus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